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828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6327"/>
  </p:normalViewPr>
  <p:slideViewPr>
    <p:cSldViewPr snapToGrid="0">
      <p:cViewPr>
        <p:scale>
          <a:sx n="173" d="100"/>
          <a:sy n="173" d="100"/>
        </p:scale>
        <p:origin x="-1208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1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5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709739"/>
            <a:ext cx="157734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5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1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7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1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4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5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7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EF773-FA53-6546-B095-0FBECA2DCECB}" type="datetimeFigureOut">
              <a:rPr lang="en-US" smtClean="0"/>
              <a:t>12/12/22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571F7-FCE9-F443-9E9E-D9D824E6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6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F32B-5A5E-20AD-5137-2B00DFD6D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D7325-6CDC-E037-C476-37302A380A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3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>
            <a:extLst>
              <a:ext uri="{FF2B5EF4-FFF2-40B4-BE49-F238E27FC236}">
                <a16:creationId xmlns:a16="http://schemas.microsoft.com/office/drawing/2014/main" id="{9E0365E0-A3A5-A360-DDA5-5FE53880BEF9}"/>
              </a:ext>
            </a:extLst>
          </p:cNvPr>
          <p:cNvPicPr/>
          <p:nvPr/>
        </p:nvPicPr>
        <p:blipFill rotWithShape="1">
          <a:blip r:embed="rId2"/>
          <a:srcRect b="52127"/>
          <a:stretch/>
        </p:blipFill>
        <p:spPr>
          <a:xfrm>
            <a:off x="1366611" y="1583193"/>
            <a:ext cx="5731510" cy="3380694"/>
          </a:xfrm>
          <a:prstGeom prst="rect">
            <a:avLst/>
          </a:prstGeom>
          <a:ln/>
        </p:spPr>
      </p:pic>
      <p:pic>
        <p:nvPicPr>
          <p:cNvPr id="3" name="image8.png">
            <a:extLst>
              <a:ext uri="{FF2B5EF4-FFF2-40B4-BE49-F238E27FC236}">
                <a16:creationId xmlns:a16="http://schemas.microsoft.com/office/drawing/2014/main" id="{2C6A0B72-610A-007F-F42B-67690AEC9B59}"/>
              </a:ext>
            </a:extLst>
          </p:cNvPr>
          <p:cNvPicPr/>
          <p:nvPr/>
        </p:nvPicPr>
        <p:blipFill rotWithShape="1">
          <a:blip r:embed="rId2"/>
          <a:srcRect t="47189" b="10636"/>
          <a:stretch/>
        </p:blipFill>
        <p:spPr>
          <a:xfrm>
            <a:off x="6785459" y="1963432"/>
            <a:ext cx="5731510" cy="2978332"/>
          </a:xfrm>
          <a:prstGeom prst="rect">
            <a:avLst/>
          </a:prstGeom>
          <a:ln/>
        </p:spPr>
      </p:pic>
      <p:pic>
        <p:nvPicPr>
          <p:cNvPr id="4" name="image8.png">
            <a:extLst>
              <a:ext uri="{FF2B5EF4-FFF2-40B4-BE49-F238E27FC236}">
                <a16:creationId xmlns:a16="http://schemas.microsoft.com/office/drawing/2014/main" id="{7FA73358-EED8-DFC5-4509-64B9F054442A}"/>
              </a:ext>
            </a:extLst>
          </p:cNvPr>
          <p:cNvPicPr/>
          <p:nvPr/>
        </p:nvPicPr>
        <p:blipFill rotWithShape="1">
          <a:blip r:embed="rId2"/>
          <a:srcRect t="89055"/>
          <a:stretch/>
        </p:blipFill>
        <p:spPr>
          <a:xfrm>
            <a:off x="3796669" y="5146355"/>
            <a:ext cx="5731510" cy="772886"/>
          </a:xfrm>
          <a:prstGeom prst="rect">
            <a:avLst/>
          </a:prstGeom>
          <a:ln/>
        </p:spPr>
      </p:pic>
      <p:pic>
        <p:nvPicPr>
          <p:cNvPr id="5" name="image8.png">
            <a:extLst>
              <a:ext uri="{FF2B5EF4-FFF2-40B4-BE49-F238E27FC236}">
                <a16:creationId xmlns:a16="http://schemas.microsoft.com/office/drawing/2014/main" id="{A9FA5109-5EC2-5265-292F-CB138F04A9FE}"/>
              </a:ext>
            </a:extLst>
          </p:cNvPr>
          <p:cNvPicPr/>
          <p:nvPr/>
        </p:nvPicPr>
        <p:blipFill rotWithShape="1">
          <a:blip r:embed="rId2"/>
          <a:srcRect l="87909" b="84437"/>
          <a:stretch/>
        </p:blipFill>
        <p:spPr>
          <a:xfrm>
            <a:off x="11863836" y="1030199"/>
            <a:ext cx="692967" cy="1099047"/>
          </a:xfrm>
          <a:prstGeom prst="rect">
            <a:avLst/>
          </a:prstGeom>
          <a:ln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53CA90-D8B2-FCE0-7EC2-9AF6BBE2BA74}"/>
              </a:ext>
            </a:extLst>
          </p:cNvPr>
          <p:cNvSpPr/>
          <p:nvPr/>
        </p:nvSpPr>
        <p:spPr>
          <a:xfrm>
            <a:off x="6405154" y="1463040"/>
            <a:ext cx="531223" cy="893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6DFF3-D417-B057-81AE-6849D7C8D61E}"/>
              </a:ext>
            </a:extLst>
          </p:cNvPr>
          <p:cNvSpPr txBox="1"/>
          <p:nvPr/>
        </p:nvSpPr>
        <p:spPr>
          <a:xfrm>
            <a:off x="2764066" y="735681"/>
            <a:ext cx="8842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</a:rPr>
              <a:t>Yelp Reviews: Heatmap of “Positive”, “Neutral” and “Negative” Parking Sentiments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4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1278</TotalTime>
  <Words>17</Words>
  <Application>Microsoft Macintosh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Zhiqiu</dc:creator>
  <cp:lastModifiedBy>Jiang, Zhiqiu</cp:lastModifiedBy>
  <cp:revision>3</cp:revision>
  <dcterms:created xsi:type="dcterms:W3CDTF">2022-12-12T14:11:41Z</dcterms:created>
  <dcterms:modified xsi:type="dcterms:W3CDTF">2022-12-13T11:30:12Z</dcterms:modified>
</cp:coreProperties>
</file>